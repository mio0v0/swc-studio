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77440"/>
            <a:ext cx="4572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SWC-STUDIO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F2937"/>
                </a:solidFill>
                <a:latin typeface="Calibri"/>
              </a:rPr>
              <a:t>Provenance &amp;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A git-shaped per-file history layer for neuron morphology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Design walkthrough · current state · what's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WHY WE DID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The old logging had four hard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No trace of who changed what.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– Sidecar text reports recorded an operation, but not actor + tool version + run env.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No way to revert.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– Each op wrote a new &lt;stem&gt;_&lt;op&gt;_&lt;ts&gt;.swc file; older states piled up but weren't truly retrievable.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No AI reproducibility.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– Auto-typing runs didn't capture model SHA, RNG seed, or the Python environment that produced the result.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Output folders ballooned.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– Many full-copy snapshots, redundant text reports — disk cost grew linearly with edits.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WHAT WE WANTED FROM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Five non-negotiable goals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6596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Every change records who, what, when, with which tool.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3464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Revertable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Go back to any prior state; branch from it and redo without losing the original path.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0332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AI 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Capture model, RNG seed, params, and full Python env so others can recompute.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57200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Compact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3484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Delta-encoded, content-addressed, compressed; sidecar must not balloon.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44068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Human-readable log + SQL-queryable index + self-describing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Borrow, don't invent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Every individual mechanism is a battle-tested pattern from another community.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384048"/>
          </a:xfrm>
          <a:prstGeom prst="rect">
            <a:avLst/>
          </a:prstGeom>
          <a:solidFill>
            <a:srgbClr val="CC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12848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20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20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Borrowed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Years in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96896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58568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Content-addressed blobs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58568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git objects/, IPFS, Nix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58568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20+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80944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42616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Branches / tags /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42616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git refs/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42616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20+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64992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26664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Append-only event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26664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Event sourcing, EventStore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26664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20+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410712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SQLite as read-model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410712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CQRS / Datasette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10712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20+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33088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794760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In-file @PROV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794760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SAM/BAM @PG header (genomics)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794760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15+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517136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78808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AI Run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178808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MLflow.Run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178808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7+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901184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562856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Capture-by-wrapping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62856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DataLad run, MLflow start_run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562856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7+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285232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946904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PROV-O vocabulary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946904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W3C standard / RO-Crate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946904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10+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STRUCTURE ON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Per-file .history/ inside the output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Original SWC is never touched. Everything new lives alongside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60704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neuron_001.swc                       ← THE ORIGINAL — read-only forever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neuron_001_swc_studio_output/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neuron_001_current.swc           ← latest state, overwritten each commit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neuron_001_pre_paper.swc         ← optional checkpoint (user-marked)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.history/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version                      ← format version: 1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events.jsonl                 ← ★ ONE growing text file, append-only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objects/                     ← MANY zstd-compressed blobs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ab/abc123...zst              diff / snapshot / AI-run / env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cd/cde456...zst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refs/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HEAD                     ← active branch name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branches/main            ← commit sha at tip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branches/experiment      ← coexists with main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    tags/paper_v1            ← immutable bookmark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index.sqlite                 ← rebuildable query cache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onsolas"/>
              </a:rPr>
              <a:t>        lock                         ← only present mid-write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Three layers, one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" y="169164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" y="1691640"/>
            <a:ext cx="36576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onsolas"/>
              </a:rPr>
              <a:t>events.jsonl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F766E"/>
                </a:solidFill>
                <a:latin typeface="Calibri"/>
              </a:rPr>
              <a:t>Source of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8346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One JSON object per commit, one line each.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Append-only, fsync'd.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Human readable — `cat`, `grep`, `tail -f`.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Chained by parent SHA (the DAG).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169164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047" y="1691640"/>
            <a:ext cx="36576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onsolas"/>
              </a:rPr>
              <a:t>objects/&lt;sha&gt;.zst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F766E"/>
                </a:solidFill>
                <a:latin typeface="Calibri"/>
              </a:rPr>
              <a:t>Heavy detail.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28346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Content-addressed, deduplicated.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zstd-compressed; named by SHA of content.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Stores diffs, snapshots, AI runs, env captures.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Immutable; new data = new blob with new name.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3247" y="1691640"/>
            <a:ext cx="36576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247" y="1691640"/>
            <a:ext cx="36576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567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onsolas"/>
              </a:rPr>
              <a:t>index.sqlite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567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F766E"/>
                </a:solidFill>
                <a:latin typeface="Calibri"/>
              </a:rPr>
              <a:t>Query cache.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7567" y="283464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Rebuildable from events.jsonl any time.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Indexed by actor, ts, branch, op kind, node_id…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Makes "who did what when" an O(log n) lookup.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• Never the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INSIDE OBJECTS/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Four kinds of blob, all SHA-named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Each operation creates 1–3 blobs; identical content collapses to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72800" cy="502920"/>
          </a:xfrm>
          <a:prstGeom prst="rect">
            <a:avLst/>
          </a:prstGeom>
          <a:solidFill>
            <a:srgbClr val="CC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Blob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1168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What's inside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Calibri"/>
              </a:rPr>
              <a:t>Created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onsolas"/>
              </a:rPr>
              <a:t>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51460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{node_id, field, before, after} list +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Every mutating 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onsolas"/>
              </a:rPr>
              <a:t>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01752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Full canonicalized SWC at this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Every 50 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onsolas"/>
              </a:rPr>
              <a:t>AI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52044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model_sha, params, metrics, env_hash,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52044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Only AI ops (auto_label)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1097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2336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onsolas"/>
              </a:rPr>
              <a:t>Env fingerprint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02336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OS + Python + importlib.metadata (all packages)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02336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AI ops, deduped by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766E"/>
                </a:solidFill>
                <a:latin typeface="Calibri"/>
              </a:rPr>
              <a:t>Filename = SHA-256 of the uncompressed content → automatic dedup, automatic tamper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THE KEYSTONE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tracked_op() — the one entry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All mutations route through this context manager. CLI, GUI, plugins.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607040" cy="4114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from swcstudio.core.provenance import tracked_op, OpKind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with tracked_op(swc_path,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            kind=OpKind.AUTO_LABEL,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            params={'model_version': 'v9', 'rng_seed': 42},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            message='auto-label apical/basal') as op: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new_bytes = run_auto_label(op.input_bytes, ...)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op.set_output(new_bytes)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On exit, the wrapper has: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  • acquired .history/lock           • appended one Event line to events.jsonl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  • snapshotted input + canonicalized • advanced refs/branches/&lt;active&gt; atomically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  • captured env (AI ops only)        • inserted into index.sqlite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  • computed structured diff           • rewritten current.swc with new @PROV header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B7280"/>
                </a:solidFill>
                <a:latin typeface="Consolas"/>
              </a:rPr>
              <a:t>#   • written diff + ai_run blobs        • released the 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SELF-DESCRIBING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Bounded 2-line @PROV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Borrowed from SAM/BAM @PG chain in genomics, but capped at two 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0607040" cy="1691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0F766E"/>
                </a:solidFill>
                <a:latin typeface="Consolas"/>
              </a:rPr>
              <a:t># @PROV root=a1b2c3d4 file=neuron_001.swc created=2024-01-01T09:00:00Z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0F766E"/>
                </a:solidFill>
                <a:latin typeface="Consolas"/>
              </a:rPr>
              <a:t># @PROV tip=g7h8i9j0 parent=d4e5f6a7 ops=20 tool=swcstudio@0.2.0 \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                actor=tuo updated=2024-01-01T11:45:22Z sidecar=.history/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1 1 0.0 0.0 0.0 5.0 -1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2 3 1.0 0.0 0.0 0.4 1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nsolas"/>
              </a:rPr>
              <a:t>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Line 1 (root) — written once. Original file identity + creation timestamp.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Line 2 (tip) — overwritten on every commit. Current state + parent pointer + ops count + tool/actor.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Always exactly two lines, no matter if there are 20 commits or 2000.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Excluded from the canonical hash → updating the tip line never changes the file's own identity (cycle-free).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BRANCHING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Full DAG with named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Borrowed from git — but for individual SWC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607040" cy="1828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  main:        o ─ o ─ o ─ o ─ o ─ o ─ ● (tip)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                       │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  experiment:          └─ o ─ o ─ ● (tip)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                            │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                            ◆ tag: v2_attempt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Branches are mutable bookmarks — advance on each commit on that branch.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Tags are immutable bookmarks — used for milestones ("submitted to paper").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HEAD points at the active branch — new commits land here.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Revert workflow: `checkout` is read-only; branch off a past sha to redo without losing the original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AI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Every AI run captures its full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Captured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model_sha + model_version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RNG seed + all params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argv (command line)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input SHA + output SHA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tool name + version + git short SHA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system: OS + Python + machine + CUDA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packages: full importlib.metadata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Exported via `swcstudio history reproduce &lt;sha&gt;`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669280" cy="29260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30352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schema_version: 1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op:        auto_label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input:     {sha256: ..., path: 'neuron_001.swc'}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output:    {sha256: ...}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params:    {model_version: v9, rng_seed: 42}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model:     {sha256: ...}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env_hash:  sha256:...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command:   'swcstudio auto-label --rng-seed 42 \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Consolas"/>
              </a:rPr>
              <a:t>             --model-version v9 input.swc'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035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Env capture is deduplicated — 100 AI runs in the same env share one blob.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USER SURFACE ·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swcstudio history — 12 verbs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Show commit history for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Show details of one commit (text or 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34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Materialize a past state as a read-only SWC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37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List branches or create a new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840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Set the active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343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List tags or create an immutable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Materialize a past commit as a labeled .swc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reproduce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Emit a reproduce.yaml for an AI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reindex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Rebuild index.sqlite from events.jsonl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37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Hash-check every blob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gc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840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Remove blobs no branch or tag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onsolas"/>
              </a:rPr>
              <a:t>export-crate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43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Bundle file + history as an RO-Crate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onsolas"/>
              </a:rPr>
              <a:t>$  swcstudio history log neuron.swc --actor=alice --since=2024-01-15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USER SURFACE · DESKTOP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New top-level "History"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onsolas"/>
              </a:rPr>
              <a:t>History → Open History Browser…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Launches the timeline panel scoped to the currently-loaded SWC. Sortable commit table with filter chips for actor / since / branch. Right-pane detail view shows ops, diff, AI run env. Buttons: switch branch, new branch from selected commit, tag, mark as checkpoint.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onsolas"/>
              </a:rPr>
              <a:t>History → Initialize History for This File…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Runs the migration flow. If a legacy *_swc_studio_output exists, creates one synthetic 'import' commit anchored at the most recent _closed_*.swc. If not, just initializes a fresh .history/. Idempotent.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SWC-Studio Provenance &amp;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11 commits done · 38 commits left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9496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Done — provenance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Spec doc (PROVENANCE_SPEC.md, 20 sections).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8 core modules in swcstudio.core.provenance.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12-verb `swcstudio history` CLI.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RO-Crate export.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GUI HistoryPanel + main_window History menu.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Reference handler conversion + guide.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zstandard dep declared; plugin contract updated.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~6,400 LOC, all behind the new package.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29 end-to-end invariants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39496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Left — wire existing handlers (one-by-one)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15 single-file CLI handlers (set-type, auto-label, …).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5 batch CLI handlers (split, auto-typing, …).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13 GUI main_window slots (_on_*_requested).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5 panel-side direct mutation methods.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Final commit: delete swcstudio.core.reporting.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Each item = one focused diff, you test, we commit.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Inventory tracked in PROVENANCE_REWIRE_CHECKLIST.md.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All work lives on branch  data-version-control. Main is untouched.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
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How SWC-Studio updates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Two distribution channels. Three independent update layers. Same model resolver under the hood.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1.  Distribution channels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15568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468880"/>
                <a:gridCol w="2926080"/>
                <a:gridCol w="3566160"/>
              </a:tblGrid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E"/>
                          </a:solidFill>
                          <a:latin typeface="Calibri"/>
                        </a:rPr>
                        <a:t>Channel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E"/>
                          </a:solidFill>
                          <a:latin typeface="Calibri"/>
                        </a:rPr>
                        <a:t>Audience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E"/>
                          </a:solidFill>
                          <a:latin typeface="Calibri"/>
                        </a:rPr>
                        <a:t>Install command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E"/>
                          </a:solidFill>
                          <a:latin typeface="Calibri"/>
                        </a:rPr>
                        <a:t>How users update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pip install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Researchers, scriptable workflows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pip install swcstudio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pip install --upgrade swcstudio   (pip downloads only what changed)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GitHub Releases  .app / .zip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End users — download and double-click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Download .app or .zip from /releases/latest, drag to Applications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App detects update, downloads only the changed layer (see below)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337560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2.  Three independent update layers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703320"/>
          <a:ext cx="11155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005840"/>
                <a:gridCol w="4297680"/>
                <a:gridCol w="3200400"/>
                <a:gridCol w="146304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E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E"/>
                          </a:solidFill>
                          <a:latin typeface="Calibri"/>
                        </a:rPr>
                        <a:t>Size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E"/>
                          </a:solidFill>
                          <a:latin typeface="Calibri"/>
                        </a:rPr>
                        <a:t>Where it lives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E"/>
                          </a:solidFill>
                          <a:latin typeface="Calibri"/>
                        </a:rPr>
                        <a:t>Re-download when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E"/>
                          </a:solidFill>
                          <a:latin typeface="Calibri"/>
                        </a:rPr>
                        <a:t>Update size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Runtime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~600 MB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Contents/Frameworks/   (Python + PyTorch + Qt + libs)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PyTorch / Qt / Python pin changes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Full .app re-download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~5 MB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Contents/Resources/app/swcstudio/   (plain .py files)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Most releases (bug fixes, features)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~5 MB zip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Models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~60 MB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Contents/Resources/models/   (.pkl, .pt)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Models retrained on more 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~60 MB zip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349240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3.  Example: what each kind of release looks like to the user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5715000"/>
          <a:ext cx="1115568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206240"/>
                <a:gridCol w="5120640"/>
              </a:tblGrid>
              <a:tr h="24003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E"/>
                          </a:solidFill>
                          <a:latin typeface="Calibri"/>
                        </a:rPr>
                        <a:t>Release type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E"/>
                          </a:solidFill>
                          <a:latin typeface="Calibri"/>
                        </a:rPr>
                        <a:t>What ships in GitHub Release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E"/>
                          </a:solidFill>
                          <a:latin typeface="Calibri"/>
                        </a:rPr>
                        <a:t>User experience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1010"/>
                          </a:solidFill>
                          <a:latin typeface="Calibri"/>
                        </a:rPr>
                        <a:t>Code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1010"/>
                          </a:solidFill>
                          <a:latin typeface="Calibri"/>
                        </a:rPr>
                        <a:t>swcstudio-code-vN.zip   (~5 MB)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1010"/>
                          </a:solidFill>
                          <a:latin typeface="Calibri"/>
                        </a:rPr>
                        <a:t>“Code update available” → 5 MB download → restart app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1010"/>
                          </a:solidFill>
                          <a:latin typeface="Calibri"/>
                        </a:rPr>
                        <a:t>Models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1010"/>
                          </a:solidFill>
                          <a:latin typeface="Calibri"/>
                        </a:rPr>
                        <a:t>swcstudio-models-vN.zip   (~60 MB)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1010"/>
                          </a:solidFill>
                          <a:latin typeface="Calibri"/>
                        </a:rPr>
                        <a:t>“New models available” → 60 MB download → ready immediately, no restart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1010"/>
                          </a:solidFill>
                          <a:latin typeface="Calibri"/>
                        </a:rPr>
                        <a:t>Runtime / major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1010"/>
                          </a:solidFill>
                          <a:latin typeface="Calibri"/>
                        </a:rPr>
                        <a:t>Full SWC-Studio-vN-{macOS,Windows}.zip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1010"/>
                          </a:solidFill>
                          <a:latin typeface="Calibri"/>
                        </a:rPr>
                        <a:t>“Major update — please re-download” → full ~700 MB download (rare)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6693408"/>
            <a:ext cx="111556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Atomic + rollback-able: downloaded layers land in a per-user override dir that wins over the bundled copy. Deleting the override reverts to the bundled version.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